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A8E8E14-BAA4-4AF3-9F23-F3F349E9C0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9FBCEE2-B344-4AF9-AB46-EEF8D0BE7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379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8E14-BAA4-4AF3-9F23-F3F349E9C0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EE2-B344-4AF9-AB46-EEF8D0BE7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79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8E14-BAA4-4AF3-9F23-F3F349E9C0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EE2-B344-4AF9-AB46-EEF8D0BE7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61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8E14-BAA4-4AF3-9F23-F3F349E9C0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EE2-B344-4AF9-AB46-EEF8D0BE7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245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8E14-BAA4-4AF3-9F23-F3F349E9C0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EE2-B344-4AF9-AB46-EEF8D0BE7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022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8E14-BAA4-4AF3-9F23-F3F349E9C0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EE2-B344-4AF9-AB46-EEF8D0BE7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366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8E14-BAA4-4AF3-9F23-F3F349E9C0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EE2-B344-4AF9-AB46-EEF8D0BE7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009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8E14-BAA4-4AF3-9F23-F3F349E9C0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9FBCEE2-B344-4AF9-AB46-EEF8D0BE7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95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A8E8E14-BAA4-4AF3-9F23-F3F349E9C0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9FBCEE2-B344-4AF9-AB46-EEF8D0BE7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026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8E14-BAA4-4AF3-9F23-F3F349E9C0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EE2-B344-4AF9-AB46-EEF8D0BE7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829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8E14-BAA4-4AF3-9F23-F3F349E9C0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EE2-B344-4AF9-AB46-EEF8D0BE7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04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1A8E8E14-BAA4-4AF3-9F23-F3F349E9C07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C9FBCEE2-B344-4AF9-AB46-EEF8D0BE7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00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FD570-102A-1331-8A97-F896DBDFAE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Al-Powered Electrical Safety Monitoring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9CEF8-D264-A0E8-F5A1-2CD41279D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504" y="4226754"/>
            <a:ext cx="9228201" cy="1645920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Team members:</a:t>
            </a:r>
          </a:p>
          <a:p>
            <a:r>
              <a:rPr lang="en-IN" dirty="0"/>
              <a:t>                         Mahalakshmi N D</a:t>
            </a:r>
          </a:p>
          <a:p>
            <a:r>
              <a:rPr lang="en-IN" dirty="0"/>
              <a:t>                         Nithish N</a:t>
            </a:r>
          </a:p>
          <a:p>
            <a:r>
              <a:rPr lang="en-IN" dirty="0"/>
              <a:t>                         Safrin Fathima R</a:t>
            </a:r>
          </a:p>
          <a:p>
            <a:r>
              <a:rPr lang="en-IN" dirty="0"/>
              <a:t>                         Sanjay Raj B     </a:t>
            </a:r>
          </a:p>
        </p:txBody>
      </p:sp>
    </p:spTree>
    <p:extLst>
      <p:ext uri="{BB962C8B-B14F-4D97-AF65-F5344CB8AC3E}">
        <p14:creationId xmlns:p14="http://schemas.microsoft.com/office/powerpoint/2010/main" val="2170053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9AE94-BBD4-774D-F614-9D6E4C657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0DC41-4F68-4BF0-3EDE-44635B0D1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4" y="2001741"/>
            <a:ext cx="10753725" cy="376618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4000" dirty="0"/>
              <a:t>Electrical faults are a major cause of fires.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4000" dirty="0"/>
              <a:t>Traditional systems react only danger occurs.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4000" dirty="0"/>
              <a:t>Manual inspections are time-consuming and unreliable.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4000" dirty="0"/>
              <a:t>Early prediction can prevent accidents and property damage.</a:t>
            </a:r>
          </a:p>
        </p:txBody>
      </p:sp>
    </p:spTree>
    <p:extLst>
      <p:ext uri="{BB962C8B-B14F-4D97-AF65-F5344CB8AC3E}">
        <p14:creationId xmlns:p14="http://schemas.microsoft.com/office/powerpoint/2010/main" val="3275623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DEC9-1D89-D094-FCE9-92F5C90A5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71DDB-CBCC-1A11-1D3D-57C6C7A97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4000" dirty="0"/>
              <a:t>Identify abnormal electrical conditions.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4000" dirty="0"/>
              <a:t>Monitor voltage continuously using sensors.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4000" dirty="0"/>
              <a:t>Predict potential fire risks using intelligent analysis.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4000" dirty="0"/>
              <a:t>Provide early alerts to users and maintenance teams.</a:t>
            </a:r>
          </a:p>
        </p:txBody>
      </p:sp>
    </p:spTree>
    <p:extLst>
      <p:ext uri="{BB962C8B-B14F-4D97-AF65-F5344CB8AC3E}">
        <p14:creationId xmlns:p14="http://schemas.microsoft.com/office/powerpoint/2010/main" val="3819458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528BE-E6BC-4B63-73F7-C9F98FD87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2DB63-C914-9379-BE7A-14E3A776D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4000" dirty="0"/>
              <a:t>Smoke detectors detect fire after it starts.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Temperature sensors respond only to heat increase.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Regular inspections require human intervention.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Existing systems focus on detection rather than prevention.</a:t>
            </a:r>
            <a:endParaRPr lang="en-IN" sz="4000" dirty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2009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5D9D-191D-B0AD-F38B-85F092A08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2EB7E-F424-F476-788C-8A5AAE636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4000" dirty="0"/>
              <a:t>Continuously monitors voltage levels.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4000" dirty="0"/>
              <a:t>Detects abnormal fluctuations in electrical supply.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4000" dirty="0"/>
              <a:t>Calculates risk levels based on sensor data.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4000" dirty="0"/>
              <a:t>Alerts users before hazardous conditions develop.</a:t>
            </a:r>
          </a:p>
        </p:txBody>
      </p:sp>
    </p:spTree>
    <p:extLst>
      <p:ext uri="{BB962C8B-B14F-4D97-AF65-F5344CB8AC3E}">
        <p14:creationId xmlns:p14="http://schemas.microsoft.com/office/powerpoint/2010/main" val="1414842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4DE62-D454-1CC5-EEF0-289FA2B85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1BC83-3A45-BE93-EA6C-343E42193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4000" dirty="0"/>
              <a:t>Voltage Sensor collects electrical data.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4000" dirty="0"/>
              <a:t>Arduino Uno processes sensor readings.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4000" dirty="0"/>
              <a:t>Python backend analyses  and stores information.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4000" dirty="0"/>
              <a:t>Dashboard displays risk status and alerts.</a:t>
            </a:r>
          </a:p>
        </p:txBody>
      </p:sp>
    </p:spTree>
    <p:extLst>
      <p:ext uri="{BB962C8B-B14F-4D97-AF65-F5344CB8AC3E}">
        <p14:creationId xmlns:p14="http://schemas.microsoft.com/office/powerpoint/2010/main" val="280169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C4D19-FF2E-8F6B-CE6E-6D47B8CB1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BA77FE-3124-62AA-3D43-0F2A3624CB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85" y="2011363"/>
            <a:ext cx="5650705" cy="376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98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F6060-0B08-5D25-ABFD-04E2826F1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4E9BE-FC6F-2A61-457F-282F11469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Sensor measures real-time voltage values.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Arduino sends data to the processing system.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Risk score is generated from voltage readings.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Alert is displayed when risk exceeds threshold.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955831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A378-AFEC-6EC5-0242-886441E8C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90DFF-37B0-0EAD-FB06-6BFC07F7C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Residential electrical safety systems.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School and college laboratory monitoring.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Industrial equipment protection.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Electrical infrastructure surveillance.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950053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6B16-BD0F-86AD-E0E1-4028B2A0F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791E6-9051-82A8-16FA-A9AA34D48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Integration of temperature sensors.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Addition of current monitoring modules.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Machine learning-based risk prediction.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Mobile application with instant notifications.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109366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9C29-AB98-950B-2956-BC8A9FB3D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4B2C4-902C-C671-24FD-A817E0F48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Provides proactive electrical fire prevention.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Improves safety through continuous monitoring.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Offers cost-effective and scalable implementation.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Contributes to safer and smarter environments.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00487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59AC-2B7D-2215-6D78-9D25E7DFE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5566" y="867783"/>
            <a:ext cx="10782300" cy="335280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42789681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123</TotalTime>
  <Words>282</Words>
  <Application>Microsoft Office PowerPoint</Application>
  <PresentationFormat>Widescreen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 Light</vt:lpstr>
      <vt:lpstr>Wingdings</vt:lpstr>
      <vt:lpstr>Metropolitan</vt:lpstr>
      <vt:lpstr>Al-Powered Electrical Safety Monitoring System</vt:lpstr>
      <vt:lpstr>PROBLEM STATEMENT </vt:lpstr>
      <vt:lpstr>OBJECTIVES</vt:lpstr>
      <vt:lpstr>EXISTING SYSTEM</vt:lpstr>
      <vt:lpstr>PROPOSED SYSTEM</vt:lpstr>
      <vt:lpstr>SYSTEM ARCHITECTURE</vt:lpstr>
      <vt:lpstr>BLOCK DIAGRAM</vt:lpstr>
      <vt:lpstr>WORKING METHODOLOGY</vt:lpstr>
      <vt:lpstr>APPLICATIONS</vt:lpstr>
      <vt:lpstr>FUTURE ENHANCEMENTS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Mahalakshmi Devaraj</dc:creator>
  <cp:lastModifiedBy>Mahalakshmi Devaraj</cp:lastModifiedBy>
  <cp:revision>1</cp:revision>
  <dcterms:created xsi:type="dcterms:W3CDTF">2026-06-14T11:39:27Z</dcterms:created>
  <dcterms:modified xsi:type="dcterms:W3CDTF">2026-06-14T13:43:00Z</dcterms:modified>
</cp:coreProperties>
</file>